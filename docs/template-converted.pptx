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1361"/>
    <a:srgbClr val="2146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BC8FE8-5875-4943-AC81-2722BC223396}" v="906" dt="2026-01-07T17:40:38.6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32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3144" y="6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91DF3D4-DACC-B496-9B28-4AEADA8251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FD75C9-AA02-884F-0FF9-289A5564AD6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6BC6C1-EA12-4CAC-8F0C-7A2DA7B230D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D5C175-B8D2-50CE-1DB9-2BF424DA281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2D1F54-887C-F9F7-C9C3-24331A1349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6206FF-B913-4260-9FBC-FB6B9122DB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065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ADD4D-E4D6-4417-3806-DB299734C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4090086"/>
            <a:ext cx="9144000" cy="134688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5B2A5-4E3C-04A6-37AB-F5F75D1B4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5589725"/>
            <a:ext cx="9144000" cy="871626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CA9397B2-690D-C445-7B04-4D546ACBFF5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8300" y="6306321"/>
            <a:ext cx="1493640" cy="400099"/>
          </a:xfrm>
          <a:prstGeom prst="rect">
            <a:avLst/>
          </a:prstGeom>
        </p:spPr>
      </p:pic>
      <p:pic>
        <p:nvPicPr>
          <p:cNvPr id="4" name="Picture 3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64851F4B-3FC0-C32A-3502-A2DA93A53C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158" y="0"/>
            <a:ext cx="7499684" cy="3937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32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D3A5E1D-7D61-4F80-D0DE-3C87A3193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499" cy="1500187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2873DE8-073A-EE0A-4995-81611E15E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1600" y="6234881"/>
            <a:ext cx="1760340" cy="4715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A297EE-05B9-94B3-C01C-A8078E0A2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707397"/>
            <a:ext cx="8583827" cy="615674"/>
          </a:xfrm>
          <a:prstGeom prst="rect">
            <a:avLst/>
          </a:prstGeo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EF470154-BF42-D90B-8EFF-4E9329F3BCD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24000" y="2530281"/>
            <a:ext cx="8583826" cy="2973388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  <a:lvl2pPr algn="l"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6446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D3A5E1D-7D61-4F80-D0DE-3C87A3193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499" cy="1500187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2873DE8-073A-EE0A-4995-81611E15E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1600" y="6234881"/>
            <a:ext cx="1760340" cy="4715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A297EE-05B9-94B3-C01C-A8078E0A2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49" y="2350187"/>
            <a:ext cx="9144000" cy="825499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760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DFF91-079E-DC64-19F9-05643BD9D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380"/>
            <a:ext cx="10515600" cy="680309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584AC-41DB-CEE3-C82D-41B11F187D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85069"/>
            <a:ext cx="10515600" cy="44384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C98A13-D333-DDD8-BF46-3561709DBDA7}"/>
              </a:ext>
            </a:extLst>
          </p:cNvPr>
          <p:cNvSpPr/>
          <p:nvPr userDrawn="1"/>
        </p:nvSpPr>
        <p:spPr>
          <a:xfrm>
            <a:off x="0" y="5981700"/>
            <a:ext cx="12192000" cy="876301"/>
          </a:xfrm>
          <a:prstGeom prst="rect">
            <a:avLst/>
          </a:prstGeom>
          <a:gradFill>
            <a:gsLst>
              <a:gs pos="100000">
                <a:srgbClr val="B51361"/>
              </a:gs>
              <a:gs pos="0">
                <a:srgbClr val="214687"/>
              </a:gs>
              <a:gs pos="70000">
                <a:srgbClr val="7030A0"/>
              </a:gs>
              <a:gs pos="30000">
                <a:srgbClr val="7030A0"/>
              </a:gs>
            </a:gsLst>
            <a:lin ang="81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logo&#10;&#10;AI-generated content may be incorrect.">
            <a:extLst>
              <a:ext uri="{FF2B5EF4-FFF2-40B4-BE49-F238E27FC236}">
                <a16:creationId xmlns:a16="http://schemas.microsoft.com/office/drawing/2014/main" id="{8621412E-563D-928A-8294-5FAF041BD3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61600" y="6184080"/>
            <a:ext cx="1760340" cy="471540"/>
          </a:xfrm>
          <a:prstGeom prst="rect">
            <a:avLst/>
          </a:prstGeom>
        </p:spPr>
      </p:pic>
      <p:pic>
        <p:nvPicPr>
          <p:cNvPr id="10" name="Picture 9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FA118D7-CB52-C618-C3A0-5618955FD2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60" y="6040293"/>
            <a:ext cx="2245895" cy="75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340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F6BB8-4790-E06E-8440-AA3CEA28F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261" y="242647"/>
            <a:ext cx="9603379" cy="710358"/>
          </a:xfrm>
          <a:prstGeom prst="rect">
            <a:avLst/>
          </a:prstGeo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E71D6F-56E4-118D-9559-3C96068C4A1E}"/>
              </a:ext>
            </a:extLst>
          </p:cNvPr>
          <p:cNvSpPr/>
          <p:nvPr userDrawn="1"/>
        </p:nvSpPr>
        <p:spPr>
          <a:xfrm>
            <a:off x="10693400" y="0"/>
            <a:ext cx="1498600" cy="6858001"/>
          </a:xfrm>
          <a:prstGeom prst="rect">
            <a:avLst/>
          </a:prstGeom>
          <a:gradFill>
            <a:gsLst>
              <a:gs pos="100000">
                <a:srgbClr val="B51361"/>
              </a:gs>
              <a:gs pos="0">
                <a:srgbClr val="214687"/>
              </a:gs>
              <a:gs pos="70000">
                <a:srgbClr val="7030A0"/>
              </a:gs>
              <a:gs pos="30000">
                <a:srgbClr val="7030A0"/>
              </a:gs>
            </a:gsLst>
            <a:lin ang="81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6735472D-87BF-0F99-D055-86E82DC2D5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95190" y="6393561"/>
            <a:ext cx="1295019" cy="346895"/>
          </a:xfrm>
          <a:prstGeom prst="rect">
            <a:avLst/>
          </a:prstGeom>
        </p:spPr>
      </p:pic>
      <p:pic>
        <p:nvPicPr>
          <p:cNvPr id="9" name="Picture 8" descr="A white and black logo&#10;&#10;AI-generated content may be incorrect.">
            <a:extLst>
              <a:ext uri="{FF2B5EF4-FFF2-40B4-BE49-F238E27FC236}">
                <a16:creationId xmlns:a16="http://schemas.microsoft.com/office/drawing/2014/main" id="{9AAA7851-6535-1EDE-3776-6BACBF9995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0158" y="89003"/>
            <a:ext cx="1005082" cy="1017646"/>
          </a:xfrm>
          <a:prstGeom prst="rect">
            <a:avLst/>
          </a:prstGeom>
        </p:spPr>
      </p:pic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35E7FBC-2075-C2E4-2BF3-794B49B5C93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43260" y="1106489"/>
            <a:ext cx="9603379" cy="487418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6038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>
            <a:extLst>
              <a:ext uri="{FF2B5EF4-FFF2-40B4-BE49-F238E27FC236}">
                <a16:creationId xmlns:a16="http://schemas.microsoft.com/office/drawing/2014/main" id="{CA49D57B-D3EF-1279-9650-9AC42631166F}"/>
              </a:ext>
            </a:extLst>
          </p:cNvPr>
          <p:cNvSpPr/>
          <p:nvPr userDrawn="1"/>
        </p:nvSpPr>
        <p:spPr>
          <a:xfrm>
            <a:off x="0" y="4296275"/>
            <a:ext cx="2887038" cy="2561725"/>
          </a:xfrm>
          <a:prstGeom prst="rtTriangle">
            <a:avLst/>
          </a:prstGeom>
          <a:gradFill flip="none" rotWithShape="1">
            <a:gsLst>
              <a:gs pos="0">
                <a:srgbClr val="B51361"/>
              </a:gs>
              <a:gs pos="50000">
                <a:srgbClr val="7030A0"/>
              </a:gs>
              <a:gs pos="100000">
                <a:srgbClr val="214687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5F128B-176A-5638-2B2C-01FB76771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395"/>
            <a:ext cx="8837141" cy="766067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B27DC-99A5-4A2B-3C13-C5A5021A3D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213803"/>
            <a:ext cx="5181600" cy="483881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B23C8-D6F5-ADC9-5D5A-1C561073C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13803"/>
            <a:ext cx="5181600" cy="483881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DB178B7D-74BF-C7E2-9AD1-F69058C2BB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60" y="6148066"/>
            <a:ext cx="1818005" cy="614486"/>
          </a:xfrm>
          <a:prstGeom prst="rect">
            <a:avLst/>
          </a:prstGeom>
        </p:spPr>
      </p:pic>
      <p:sp>
        <p:nvSpPr>
          <p:cNvPr id="6" name="Right Triangle 5">
            <a:extLst>
              <a:ext uri="{FF2B5EF4-FFF2-40B4-BE49-F238E27FC236}">
                <a16:creationId xmlns:a16="http://schemas.microsoft.com/office/drawing/2014/main" id="{54BDF6EE-B83C-4FE4-FA72-306CAF0C31EC}"/>
              </a:ext>
            </a:extLst>
          </p:cNvPr>
          <p:cNvSpPr/>
          <p:nvPr userDrawn="1"/>
        </p:nvSpPr>
        <p:spPr>
          <a:xfrm rot="10800000">
            <a:off x="9304962" y="0"/>
            <a:ext cx="2887038" cy="2561725"/>
          </a:xfrm>
          <a:prstGeom prst="rtTriangle">
            <a:avLst/>
          </a:prstGeom>
          <a:gradFill flip="none" rotWithShape="1">
            <a:gsLst>
              <a:gs pos="100000">
                <a:srgbClr val="B51361"/>
              </a:gs>
              <a:gs pos="50000">
                <a:srgbClr val="7030A0"/>
              </a:gs>
              <a:gs pos="0">
                <a:srgbClr val="214687"/>
              </a:gs>
            </a:gsLst>
            <a:lin ang="189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id="{5B43712C-93E6-0D75-1ACE-A281B819E86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56351" y="151579"/>
            <a:ext cx="1573122" cy="4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108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02DC-E8E5-71FF-3758-768FBD120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698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33866850-569A-4BC8-6C9F-F8F86319762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38200" y="1260389"/>
            <a:ext cx="10515600" cy="463241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2A8C510-3940-C604-2452-17D7A5328C3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60" y="6148066"/>
            <a:ext cx="1818005" cy="614486"/>
          </a:xfrm>
          <a:prstGeom prst="rect">
            <a:avLst/>
          </a:prstGeom>
        </p:spPr>
      </p:pic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18827299-DEAB-2FA3-4220-E29947C9BE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48818" y="6244614"/>
            <a:ext cx="1573122" cy="4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61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DD3A5E1D-7D61-4F80-D0DE-3C87A31932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857499" cy="1500187"/>
          </a:xfrm>
          <a:prstGeom prst="rect">
            <a:avLst/>
          </a:prstGeom>
        </p:spPr>
      </p:pic>
      <p:pic>
        <p:nvPicPr>
          <p:cNvPr id="4" name="Picture 3" descr="A black and white logo&#10;&#10;AI-generated content may be incorrect.">
            <a:extLst>
              <a:ext uri="{FF2B5EF4-FFF2-40B4-BE49-F238E27FC236}">
                <a16:creationId xmlns:a16="http://schemas.microsoft.com/office/drawing/2014/main" id="{22873DE8-073A-EE0A-4995-81611E15EFC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61600" y="6234881"/>
            <a:ext cx="1760340" cy="4715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A297EE-05B9-94B3-C01C-A8078E0A25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8749" y="2350187"/>
            <a:ext cx="9144000" cy="825499"/>
          </a:xfrm>
          <a:prstGeom prst="rect">
            <a:avLst/>
          </a:prstGeo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80509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B51361"/>
            </a:gs>
            <a:gs pos="0">
              <a:srgbClr val="214687"/>
            </a:gs>
            <a:gs pos="70000">
              <a:srgbClr val="7030A0"/>
            </a:gs>
            <a:gs pos="30000">
              <a:srgbClr val="7030A0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6950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50" r:id="rId4"/>
    <p:sldLayoutId id="2147483651" r:id="rId5"/>
    <p:sldLayoutId id="2147483652" r:id="rId6"/>
    <p:sldLayoutId id="2147483660" r:id="rId7"/>
    <p:sldLayoutId id="2147483662" r:id="rId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ctr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6839-A1D9-B1F4-B35B-3B733BF394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BD6CF-A6CA-00DB-7B69-2F67E810FB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221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A4978-58AE-472E-0B6B-561D403B3E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0D57B-7100-809D-6E56-71F32301461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12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14EE8-3CFB-D0BF-15C2-1C5C390493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32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8B249-30DB-FCE6-EF48-00F45B502C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80B33-47E7-C39B-D7E3-EAD699D3D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475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D1A1F-2E2C-2A55-F035-60D93F9CB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38B58-3575-2CEA-B3A9-5A0B024F54E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048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9E55-7273-B48F-3832-73D1E82E4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FB627-C818-9E9A-DD70-4F766849FB3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FF463F-166C-E4A7-B42D-017F495650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548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1C6FF-0138-E8BB-3C88-4C1A0E37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42A7D-8B7B-E81C-5549-FF68D526637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9133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43704-41B3-E3F7-61AF-79694EA77D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822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nconf 2026 slides" id="{75E3C453-0247-426F-ABD2-DD3672B572DE}" vid="{E46E938B-0E63-4F49-A0F4-8EDDE09E1F9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21C4EED44C1BA4D9F2DBF93B56A6885" ma:contentTypeVersion="11" ma:contentTypeDescription="Create a new document." ma:contentTypeScope="" ma:versionID="6e0ec5bc47fdca2d3e7a5fa02fcca4f6">
  <xsd:schema xmlns:xsd="http://www.w3.org/2001/XMLSchema" xmlns:xs="http://www.w3.org/2001/XMLSchema" xmlns:p="http://schemas.microsoft.com/office/2006/metadata/properties" xmlns:ns2="8e774361-ff87-49fb-bdc7-72bb3f199968" targetNamespace="http://schemas.microsoft.com/office/2006/metadata/properties" ma:root="true" ma:fieldsID="82379a6bd0b776677f17877b47896680" ns2:_="">
    <xsd:import namespace="8e774361-ff87-49fb-bdc7-72bb3f1999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BillingMetadata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774361-ff87-49fb-bdc7-72bb3f1999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17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12AB9AE-72B2-4106-BE97-8403899E1DC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838491-8514-4FAC-A80F-C546A9B91B4D}">
  <ds:schemaRefs>
    <ds:schemaRef ds:uri="8e774361-ff87-49fb-bdc7-72bb3f19996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9B722D7-F81E-42E1-B504-B4881CDFF7C8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8e774361-ff87-49fb-bdc7-72bb3f199968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5a5b746a-c935-4f2c-bf61-66b19af02702}" enabled="0" method="" siteId="{5a5b746a-c935-4f2c-bf61-66b19af0270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 Hammer</dc:creator>
  <cp:lastModifiedBy>Jen Hammer</cp:lastModifiedBy>
  <cp:revision>2</cp:revision>
  <dcterms:created xsi:type="dcterms:W3CDTF">2025-12-18T17:31:01Z</dcterms:created>
  <dcterms:modified xsi:type="dcterms:W3CDTF">2026-01-07T17:43:36Z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0x010100621C4EED44C1BA4D9F2DBF93B56A6885</vt:lpwstr>
  </property>
</Properties>
</file>